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演讲者备注内容 Speaker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副标题：M2 测试 Hello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内容内容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